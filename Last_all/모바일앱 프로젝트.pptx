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461ED-2580-43F9-A050-B58E2AE16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BA48A-7174-4153-A4D0-0C3DAE34A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452995-3470-462C-AF7B-2FCCBC37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A9161E-F70D-4992-B850-0D08CAE1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2AA716-EFD8-417E-81DC-1E154CCA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61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7CA36-C272-4C14-A037-E321DD43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51D194-6F15-43CE-B16B-57B80DD4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19D76-E4FE-4B21-B9D0-22DAA41A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13E1EF-B4D5-41BC-B6DF-BDE8ABFA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B57EDE-363A-444D-8541-30842184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5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30AE2-1FB3-40B6-9C0D-D009FD2D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779EE1-2FCC-47AA-9FF4-3CF5587DD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A45EE-203A-42EC-899C-EE0959D6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4ACAA-1DE8-4660-84A1-AADC6BF4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B22DE-2173-4099-A8E9-663ECCE8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04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2BE62-32D8-48CD-9CD7-FF13D210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44A123-860F-43D8-BC1A-1A118CEEE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349814-6E4A-46A7-AFEA-7C78DC857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FAC869-86B9-49D6-8F06-448B531E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CB18D3-7B20-4C8D-AC13-944D8BC1B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0B23D5-B49D-4B9A-9CA9-8CBF0271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015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CCD2B-13D1-4379-BA7C-2AE2990F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5C19CA-E0FF-428E-BEC1-FF15FCEE6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FB577E-5911-4EEE-9A26-0C39300F4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60BE3E-5248-4146-A86C-1DC20745F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AB59E1-5431-4F2A-B674-5FF98A40B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FFC2EA-36B4-4C95-88CF-9054015B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C52BBE1-ADCE-4520-8EA3-BE8CDEDD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8E1CB1-2B93-4C11-ADB9-2CA4A5B5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366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9378D-8EB0-4EF0-974D-F39C55A1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27C87E-1091-4602-9920-7ADD335B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836320-684D-4373-B02C-DFCEEE7DC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C337A7-0179-4220-8DB3-AA6274C4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53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FE270-9F27-4219-9732-6E6F42F5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BEF899-5675-4A91-91B6-C3F1341F5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F87F5E-87C8-4D54-80F5-09C1DBB3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08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8E86E-AD8D-4C09-8379-612ABFB7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F3E47C-0F2E-4D93-814E-D5708259F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B97089-E3FF-4665-A7B8-5CF14DB2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A83B91-6191-41C0-9946-5DF9AFDE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53412C-F5E6-470A-A96F-2AC0CF48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8DC4F9-C53E-4904-A056-00E3A7BC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877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199F2-C830-4479-BECE-C7A2A5847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4AEF88-9ACB-4389-9D8C-147E67B86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44B54E-0BD4-4F7B-ADFA-6D8078F4C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F13A04-632B-48FC-8E5C-C617C17B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492683-2F82-4CBE-8A95-DDA51A7C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AD73DE-4CD5-4E9A-BD0A-E8E9840E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51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6CBE5-9ABE-4E58-94AE-DE41BD1B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A1F089-6F45-4561-953A-ADAD7F3BD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DBA718-FF11-4272-9EFC-D3E36E43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2E014-C0D6-4DC6-94B5-63F220C0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5B59D3-18E3-4A70-8D44-DC67CBEC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79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2B886A-9127-48F7-BB6B-4A0766912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11C71D-DD5D-44DD-9FA6-C6BE63CF2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55F79-1B39-4246-9DED-8922316D6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DA6105-6BD3-44C6-AC53-99E6F385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B6B6F-71A6-4B98-BDB2-708416E4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74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469A74-384C-451A-84E3-283287BC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AB47F4-F010-4E1F-8AE1-3C1CC2A0F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284F10-A990-4591-8EFD-79BBDCF95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3C109-61D8-45BB-BEEC-78A413119B01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50DC36-B0F9-49E5-9AA1-1E0FBC91A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FAD2F-2CE9-4051-A76B-72F0C7AD8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D1E7A-BDCE-4101-A116-8335F124B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39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82194D1-DB60-4DF9-971A-C567CF41D67F}"/>
              </a:ext>
            </a:extLst>
          </p:cNvPr>
          <p:cNvSpPr/>
          <p:nvPr/>
        </p:nvSpPr>
        <p:spPr>
          <a:xfrm>
            <a:off x="1776952" y="1464689"/>
            <a:ext cx="8638095" cy="3928621"/>
          </a:xfrm>
          <a:prstGeom prst="roundRect">
            <a:avLst>
              <a:gd name="adj" fmla="val 6754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innerShdw blurRad="342900">
              <a:schemeClr val="tx1">
                <a:alpha val="21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56BC49-4B89-435D-A9A6-43D5E45B5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4240"/>
            <a:ext cx="9144000" cy="2387600"/>
          </a:xfrm>
        </p:spPr>
        <p:txBody>
          <a:bodyPr/>
          <a:lstStyle/>
          <a:p>
            <a:r>
              <a:rPr lang="ko-KR" altLang="en-US" dirty="0" err="1">
                <a:ln w="0">
                  <a:noFill/>
                </a:ln>
                <a:solidFill>
                  <a:schemeClr val="bg1"/>
                </a:solidFill>
              </a:rPr>
              <a:t>모바일앱</a:t>
            </a:r>
            <a:r>
              <a:rPr lang="ko-KR" altLang="en-US" dirty="0">
                <a:ln w="0">
                  <a:noFill/>
                </a:ln>
                <a:solidFill>
                  <a:schemeClr val="bg1"/>
                </a:solidFill>
              </a:rPr>
              <a:t>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5BF67F-BE8C-427F-95CB-3CB8C7932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558"/>
            <a:ext cx="9144000" cy="1655762"/>
          </a:xfrm>
        </p:spPr>
        <p:txBody>
          <a:bodyPr/>
          <a:lstStyle/>
          <a:p>
            <a:r>
              <a:rPr lang="en-US" altLang="ko-KR" dirty="0">
                <a:ln w="0">
                  <a:noFill/>
                </a:ln>
                <a:solidFill>
                  <a:schemeClr val="bg1"/>
                </a:solidFill>
              </a:rPr>
              <a:t>202431049 - </a:t>
            </a:r>
            <a:r>
              <a:rPr lang="ko-KR" altLang="en-US" dirty="0">
                <a:ln w="0">
                  <a:noFill/>
                </a:ln>
                <a:solidFill>
                  <a:schemeClr val="bg1"/>
                </a:solidFill>
              </a:rPr>
              <a:t>이현규</a:t>
            </a:r>
          </a:p>
        </p:txBody>
      </p:sp>
    </p:spTree>
    <p:extLst>
      <p:ext uri="{BB962C8B-B14F-4D97-AF65-F5344CB8AC3E}">
        <p14:creationId xmlns:p14="http://schemas.microsoft.com/office/powerpoint/2010/main" val="766660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29F35-92F0-43AC-8140-150F5E92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0"/>
            <a:ext cx="10515600" cy="1325563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r>
              <a:rPr lang="ko-KR" altLang="en-US" dirty="0"/>
              <a:t>전체화면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248276D6-33CC-4C9D-A630-1B4E5AA09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9924" y="1825625"/>
            <a:ext cx="62521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0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 </a:t>
            </a:r>
            <a:r>
              <a:rPr lang="en-US" altLang="ko-KR" dirty="0"/>
              <a:t>(9-3)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28168311-A174-4C53-9040-098E1F006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2460"/>
            <a:ext cx="10515600" cy="30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0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 </a:t>
            </a:r>
            <a:r>
              <a:rPr lang="en-US" altLang="ko-KR" dirty="0"/>
              <a:t>(9-10)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F930E7-5AEE-42ED-9A85-93BBE8E48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21" y="1803997"/>
            <a:ext cx="10205358" cy="479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8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 </a:t>
            </a:r>
            <a:r>
              <a:rPr lang="en-US" altLang="ko-KR" dirty="0"/>
              <a:t>(9-17)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7A590C-CB03-4894-9E12-E8EE4586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28" y="1773605"/>
            <a:ext cx="9519557" cy="490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2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주 </a:t>
            </a:r>
            <a:r>
              <a:rPr lang="en-US" altLang="ko-KR" dirty="0"/>
              <a:t>(10-01)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65832D-67CC-494D-BE47-548CF52CB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0680"/>
            <a:ext cx="12192000" cy="27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9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11</a:t>
            </a:r>
            <a:r>
              <a:rPr lang="ko-KR" altLang="en-US" dirty="0"/>
              <a:t>주 </a:t>
            </a:r>
            <a:r>
              <a:rPr lang="en-US" altLang="ko-KR" dirty="0"/>
              <a:t>(11-12)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325820-EB80-472A-AC34-4FEBF8B2C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58" y="1716633"/>
            <a:ext cx="9162483" cy="506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8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12</a:t>
            </a:r>
            <a:r>
              <a:rPr lang="ko-KR" altLang="en-US" dirty="0"/>
              <a:t>주 </a:t>
            </a:r>
            <a:r>
              <a:rPr lang="en-US" altLang="ko-KR" dirty="0"/>
              <a:t>(11-19)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0080F8-8084-4523-AFB6-3B1709CEE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098"/>
            <a:ext cx="12192000" cy="379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9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13</a:t>
            </a:r>
            <a:r>
              <a:rPr lang="ko-KR" altLang="en-US" dirty="0"/>
              <a:t>주 </a:t>
            </a:r>
            <a:r>
              <a:rPr lang="en-US" altLang="ko-KR" dirty="0"/>
              <a:t>(11-26)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829C42-E280-4E9B-999E-273DB2C5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798"/>
            <a:ext cx="12192000" cy="430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14</a:t>
            </a:r>
            <a:r>
              <a:rPr lang="ko-KR" altLang="en-US" dirty="0"/>
              <a:t>주 </a:t>
            </a:r>
            <a:r>
              <a:rPr lang="en-US" altLang="ko-KR" dirty="0"/>
              <a:t>(12-03)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824991-E740-46EB-99CF-0E061C9A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189"/>
            <a:ext cx="12192000" cy="408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47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013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15</a:t>
            </a:r>
            <a:r>
              <a:rPr lang="ko-KR" altLang="en-US" dirty="0"/>
              <a:t>주 </a:t>
            </a:r>
            <a:r>
              <a:rPr lang="en-US" altLang="ko-KR" dirty="0"/>
              <a:t>(12-10)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912D1E-C053-47E8-A11F-324D98894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3337"/>
            <a:ext cx="12175929" cy="411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9400A-7591-4365-947F-B91B37944B4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ko-KR" dirty="0"/>
              <a:t>15</a:t>
            </a:r>
            <a:r>
              <a:rPr lang="ko-KR" altLang="en-US" dirty="0"/>
              <a:t>주 </a:t>
            </a:r>
            <a:r>
              <a:rPr lang="en-US" altLang="ko-KR" dirty="0"/>
              <a:t>(12-10)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5F4EA6-7C04-4554-B3F8-ED0AF49B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8044"/>
            <a:ext cx="12192000" cy="33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31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93C5C-E412-4424-88FF-079A58DE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5EAA4-A022-4E74-9850-7B9D1C585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(10/7)</a:t>
            </a:r>
          </a:p>
          <a:p>
            <a:pPr lvl="1"/>
            <a:r>
              <a:rPr lang="ko-KR" altLang="en-US" dirty="0"/>
              <a:t>왜냐하면 </a:t>
            </a:r>
            <a:r>
              <a:rPr lang="en-US" altLang="ko-KR" dirty="0"/>
              <a:t>: </a:t>
            </a:r>
            <a:r>
              <a:rPr lang="ko-KR" altLang="en-US" dirty="0"/>
              <a:t>결석도 있었고 진짜 </a:t>
            </a:r>
            <a:r>
              <a:rPr lang="en-US" altLang="ko-KR" dirty="0"/>
              <a:t>“</a:t>
            </a:r>
            <a:r>
              <a:rPr lang="ko-KR" altLang="en-US" dirty="0"/>
              <a:t>완벽에 가까웠냐</a:t>
            </a:r>
            <a:r>
              <a:rPr lang="en-US" altLang="ko-KR" dirty="0"/>
              <a:t>?!” </a:t>
            </a:r>
            <a:r>
              <a:rPr lang="ko-KR" altLang="en-US" dirty="0"/>
              <a:t>라고 한다면</a:t>
            </a:r>
            <a:r>
              <a:rPr lang="en-US" altLang="ko-KR" dirty="0"/>
              <a:t>		</a:t>
            </a:r>
            <a:r>
              <a:rPr lang="ko-KR" altLang="en-US" dirty="0"/>
              <a:t>그렇다</a:t>
            </a:r>
            <a:r>
              <a:rPr lang="en-US" altLang="ko-KR" dirty="0"/>
              <a:t>! </a:t>
            </a:r>
            <a:r>
              <a:rPr lang="ko-KR" altLang="en-US" dirty="0"/>
              <a:t>라고는 못하겠지만</a:t>
            </a:r>
            <a:r>
              <a:rPr lang="en-US" altLang="ko-KR" dirty="0"/>
              <a:t>, “</a:t>
            </a:r>
            <a:r>
              <a:rPr lang="ko-KR" altLang="en-US" dirty="0"/>
              <a:t>노력했냐</a:t>
            </a:r>
            <a:r>
              <a:rPr lang="en-US" altLang="ko-KR" dirty="0"/>
              <a:t>?”</a:t>
            </a:r>
            <a:r>
              <a:rPr lang="ko-KR" altLang="en-US" dirty="0"/>
              <a:t>라고 묻는다면 노력했습니다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65312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85</Words>
  <Application>Microsoft Office PowerPoint</Application>
  <PresentationFormat>와이드스크린</PresentationFormat>
  <Paragraphs>16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모바일앱 프로젝트</vt:lpstr>
      <vt:lpstr>전체화면</vt:lpstr>
      <vt:lpstr>1주 (9-3)</vt:lpstr>
      <vt:lpstr>2주 (9-10)</vt:lpstr>
      <vt:lpstr>3주 (9-17)</vt:lpstr>
      <vt:lpstr>5주 (10-01)</vt:lpstr>
      <vt:lpstr>11주 (11-12)</vt:lpstr>
      <vt:lpstr>12주 (11-19)</vt:lpstr>
      <vt:lpstr>13주 (11-26)</vt:lpstr>
      <vt:lpstr>14주 (12-03)</vt:lpstr>
      <vt:lpstr>15주 (12-10)</vt:lpstr>
      <vt:lpstr>15주 (12-10)</vt:lpstr>
      <vt:lpstr>점수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모바일앱 프로젝트</dc:title>
  <dc:creator>DIT</dc:creator>
  <cp:lastModifiedBy>DIT</cp:lastModifiedBy>
  <cp:revision>7</cp:revision>
  <dcterms:created xsi:type="dcterms:W3CDTF">2025-12-10T04:18:50Z</dcterms:created>
  <dcterms:modified xsi:type="dcterms:W3CDTF">2025-12-10T05:35:04Z</dcterms:modified>
</cp:coreProperties>
</file>